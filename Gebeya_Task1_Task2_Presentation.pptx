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88952" cy="731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Gebeya Week 1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ABBFF"/>
                </a:solidFill>
              </a:rPr>
              <a:t>Slack Messages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651760"/>
            <a:ext cx="12188952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Task 1 — Exploratory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FF"/>
                </a:solidFill>
              </a:rPr>
              <a:t>Task 2 — ML Analysis (LDA · Sentiment · Classification)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Biniam Tsige  ·  Batch 6  ·  Data Engineering &amp; ML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99"/>
                </a:solidFill>
              </a:rPr>
              <a:t>Gebeya Internship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2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577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5778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TASK 1 — EDA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0240"/>
            <a:ext cx="5577840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TASK 2 — ML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5577840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10312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Dataset overview — 20,011 messages, 39 channels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SlackDataLoader class — how data is loaded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Top &amp; Bottom users — 4 metrics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Channel activity scatter plot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Reply time analysis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CI/CD — GitHub Actions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Time difference histograms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Rule-based message classification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LDA Topic Modelling — real model training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Sentiment analysis with TextBlob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MLFlow experiment tracking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Key 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1 — 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What data we worked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3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65176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20,011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651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Total Messages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63040"/>
            <a:ext cx="2651760" cy="20116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645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51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Channels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651760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645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1,205+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Unique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463040"/>
            <a:ext cx="2651760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64592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8,900+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517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Thread Replies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116128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Data Format &amp; Privacy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06240"/>
            <a:ext cx="11612880" cy="3657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343400"/>
            <a:ext cx="113385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Format: Slack JSON export — one file per channel per day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Users anonymized — IDs like U03T89ACUUW instead of real names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@mention tags stripped during anonymization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NEVER pushed to GitHub — anonymized/ folder in .gitignore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Loaded using custom SlackDataLoader class into pandas DataFrames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1 — SlackDataLoader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Custom data loading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4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What is a Class?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65960"/>
            <a:ext cx="502920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A class is a blueprint that groups related functions together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SlackDataLoader groups all data loading logic in one place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Created once, used everywhere in the project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3 methods: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  get_channels() → list of 39 channel names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  load_channel() → one channel as DataFrame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  load_all_channels() → all channels combined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Auto-detects data source: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  MONGO_URI set → reads from MongoDB Atlas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  Not set → reads from local JSON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371600"/>
            <a:ext cx="594360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463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class SlackDataLoader: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874519"/>
            <a:ext cx="566928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Courier New"/>
              </a:rPr>
              <a:t>    def __init__(self):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    if MONGO_URI:</a:t>
            </a:r>
          </a:p>
          <a:p>
            <a:r>
              <a:rPr sz="1200">
                <a:solidFill>
                  <a:srgbClr val="AABBFF"/>
                </a:solidFill>
                <a:latin typeface="Courier New"/>
              </a:rPr>
              <a:t>            self.source = "mongo"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    else:</a:t>
            </a:r>
          </a:p>
          <a:p>
            <a:r>
              <a:rPr sz="1200">
                <a:solidFill>
                  <a:srgbClr val="AABBFF"/>
                </a:solidFill>
                <a:latin typeface="Courier New"/>
              </a:rPr>
              <a:t>            self.source = "local"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def get_channels(self):</a:t>
            </a:r>
          </a:p>
          <a:p>
            <a:r>
              <a:rPr sz="1200">
                <a:solidFill>
                  <a:srgbClr val="888888"/>
                </a:solidFill>
                <a:latin typeface="Courier New"/>
              </a:rPr>
              <a:t>        # returns 39 channel names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    ...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def load_channel(self, ch):</a:t>
            </a:r>
          </a:p>
          <a:p>
            <a:r>
              <a:rPr sz="1200">
                <a:solidFill>
                  <a:srgbClr val="888888"/>
                </a:solidFill>
                <a:latin typeface="Courier New"/>
              </a:rPr>
              <a:t>        # returns one DataFrame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    ...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def load_all_channels(self):</a:t>
            </a:r>
          </a:p>
          <a:p>
            <a:r>
              <a:rPr sz="1200">
                <a:solidFill>
                  <a:srgbClr val="888888"/>
                </a:solidFill>
                <a:latin typeface="Courier New"/>
              </a:rPr>
              <a:t>        # all channels combined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   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1 — Four Analysis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How we measured user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5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669280" cy="2377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Message 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5669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What: How many messages a user posted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517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AA"/>
                </a:solidFill>
              </a:rPr>
              <a:t>Insight: High = most active poster (quantity)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669280" cy="23774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Reply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5669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What: How many replies their messages received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AA"/>
                </a:solidFill>
              </a:rPr>
              <a:t>Insight: High = best conversation starter (impact)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5669280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Reaction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5669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What: How many emoji reactions their messages got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2120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AA"/>
                </a:solidFill>
              </a:rPr>
              <a:t>Insight: High = most appreciated poster (quality)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023360"/>
            <a:ext cx="5669280" cy="2377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Mention 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72000"/>
            <a:ext cx="5669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663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What: How often they @mentioned others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2120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AA"/>
                </a:solidFill>
              </a:rPr>
              <a:t>Insight: Showed ~0 — anonymization stripped mentions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1 — Top vs Bottom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What the bar charts revealed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6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128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Key Insight: Quantity ≠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A user can post many messages but receive zero reactions. Another user can post rarely but spark huge discussions. These 4 metrics reveal very different stories about participation.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00400"/>
            <a:ext cx="3749039" cy="3383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By Messages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840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AA"/>
                </a:solidFill>
              </a:rPr>
              <a:t>Top 10: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160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Posted the most — highest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846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AA"/>
                </a:solidFill>
              </a:rPr>
              <a:t>Bottom 10: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5166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Posted the least — lurkers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3200400"/>
            <a:ext cx="3749039" cy="33832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3291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By Replies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3749039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840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AA"/>
                </a:solidFill>
              </a:rPr>
              <a:t>Top 10: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160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Sparked most discussions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846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AA"/>
                </a:solidFill>
              </a:rPr>
              <a:t>Bottom 10: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166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Posts got no responses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200400"/>
            <a:ext cx="3749039" cy="3383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2918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By Reactions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749039"/>
            <a:ext cx="374903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840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AA"/>
                </a:solidFill>
              </a:rPr>
              <a:t>Top 10: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1605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Most appreciated posts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46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AA"/>
                </a:solidFill>
              </a:rPr>
              <a:t>Bottom 10: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5166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Posts went unnoticed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1 — Channel Activity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Messages vs Engagement scatter plot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7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68580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Scatter Plot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6858000" cy="3657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X-axis: Number of messages per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Y-axis: Total replies + reactions (engagement)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Each dot = one Slack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200400"/>
            <a:ext cx="5029200" cy="3017520"/>
          </a:xfrm>
          <a:prstGeom prst="rect">
            <a:avLst/>
          </a:prstGeom>
          <a:solidFill>
            <a:srgbClr val="F0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67E22"/>
                </a:solidFill>
              </a:rPr>
              <a:t>ai-community-building 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611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</a:rPr>
              <a:t>~8,500 messages
~11,000 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03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3460"/>
                </a:solidFill>
              </a:rPr>
              <a:t>All other channels
clustered here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371600"/>
            <a:ext cx="448056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1463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This Means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874519"/>
            <a:ext cx="4480560" cy="36576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05740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Long-tail distribution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ONE channel dominates all activity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ai-community-building had 8,500+ messages and 11,000+ reactions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All 38 other channels had very low activity in comparison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Implication: this single channel is where the community lives. Understanding it gives the most signal about what people discuss.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1 — Reply Time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How quickly does the community respond?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8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5661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How to Read the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3566160" cy="3657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0574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X-axis: Minutes to first reply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Y-axis: Hour of day (0-24)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Each dot: one message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Red line: 5-minute mark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Dots LEFT of red line = fast response (under 5 min)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Dots RIGHT = slow response (hours later)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371600"/>
            <a:ext cx="7772400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Consecutive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8745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Median: 0.6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46304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AA"/>
                </a:solidFill>
              </a:rPr>
              <a:t>Messages come in rapid bursts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670048"/>
            <a:ext cx="7772400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27614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Consecutive Replies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1729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Median: 0.8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761488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AA"/>
                </a:solidFill>
              </a:rPr>
              <a:t>Thread replies also very fast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968496"/>
            <a:ext cx="777240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4059935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Consecutive Reactions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4714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Median: 1.4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059935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AA"/>
                </a:solidFill>
              </a:rPr>
              <a:t>Reading before clicking emoji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5266944"/>
            <a:ext cx="777240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5358383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Reply → First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7698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Median: &lt; 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358383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AA"/>
                </a:solidFill>
              </a:rPr>
              <a:t>Most responses within 5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1 — CI/CD with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Automatic quality checks on every push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9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12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Every git push triggers: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git push → GitHub → 4 workflows run automatically → green = safe to merge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26080"/>
            <a:ext cx="2743200" cy="3657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926080"/>
            <a:ext cx="27432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Flake8 Lint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337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Checks PEP 8 code style. No unused imports, max line length 100, proper spacing.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126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✓ Passing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926080"/>
            <a:ext cx="2743200" cy="3657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2926080"/>
            <a:ext cx="27432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Docstring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337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31s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Every function and class must have a docstring explaining what it does.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6126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✓ Passing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926080"/>
            <a:ext cx="2743200" cy="3657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926080"/>
            <a:ext cx="27432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Unit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337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Runs 5 pytest tests connecting to MongoDB Atlas via MONGO_URI secret.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126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✓ Passing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2926080"/>
            <a:ext cx="2743200" cy="3657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2926080"/>
            <a:ext cx="27432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 Build &amp; Push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3375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Builds multi-platform image (ARM + AMD) and pushes to Docker Hub.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126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✓ Passing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Task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AABBFF"/>
                </a:solidFill>
              </a:rPr>
              <a:t>ML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12188952" cy="731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743200"/>
            <a:ext cx="12188952" cy="548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Time Histograms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Message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LDA Topic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59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Sentiment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MLFlow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66160"/>
            <a:ext cx="109728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The only REAL model training in this project: LDA (Latent Dirichlet Allocation)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TextBlob sentiment uses a PRE-TRAINED model — no training by us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Message classification is RULE-BASED — if/else logic, no ML at all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MLFlow tracks every experiment — parameters, results, model versions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2 — Time Difference Histograms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How fast does the community move?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11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73152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What is a Histogram?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6949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 histogram shows how frequently values fall into ranges (bins). X-axis = time gap in minutes (capped at 120). Y-axis = how many times that gap occurred. The huge spike at 0 means most events happened within seconds of each other.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926080"/>
            <a:ext cx="7315200" cy="3657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27432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632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Consecutive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Median: 0.6 min  |  Messages come in rapid bursts — community is live chatting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274320" cy="7315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Consecutive Replies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51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Median: 0.8 min  |  Thread replies also fast — active discussion happening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79"/>
            <a:ext cx="27432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05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Consecutive Reactions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Median: 1.4 min  |  Slightly slower — people read before clicking emoji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23559"/>
            <a:ext cx="27432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692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All Events Combined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Median: 0.6 min  |  Overall: community rhythm is very fast-paced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371600"/>
            <a:ext cx="402336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Takeaway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1874519"/>
            <a:ext cx="4023360" cy="36576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0574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The community was highly active in real-time bursts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Median gap between messages: only 0.6 minutes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This means people were online simultaneously — live conversation, not asynchronous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The spike at 120 min = all gaps over 2 hours grouped together (off-hours messages)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2 — Message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Rule-based categorization (no ML)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12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0292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The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5029200" cy="3657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7AE60"/>
                </a:solidFill>
                <a:latin typeface="Courier New"/>
              </a:rPr>
              <a:t>def classify_message(text):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tech = any(kw in text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       for kw in TECH_KEYWORDS)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if '?' in text or 'how' in text: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    if tech:</a:t>
            </a:r>
          </a:p>
          <a:p>
            <a:r>
              <a:rPr sz="1100">
                <a:solidFill>
                  <a:srgbClr val="AABBFF"/>
                </a:solidFill>
                <a:latin typeface="Courier New"/>
              </a:rPr>
              <a:t>            return 'Question-Technical'</a:t>
            </a:r>
          </a:p>
          <a:p>
            <a:r>
              <a:rPr sz="1100">
                <a:solidFill>
                  <a:srgbClr val="AABBFF"/>
                </a:solidFill>
                <a:latin typeface="Courier New"/>
              </a:rPr>
              <a:t>        return 'Question-NonTechnical'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if text.startswith('yes','no'):</a:t>
            </a:r>
          </a:p>
          <a:p>
            <a:r>
              <a:rPr sz="1100">
                <a:solidFill>
                  <a:srgbClr val="AABBFF"/>
                </a:solidFill>
                <a:latin typeface="Courier New"/>
              </a:rPr>
              <a:t>        return 'Answer'</a:t>
            </a:r>
          </a:p>
          <a:p>
            <a:r>
              <a:rPr sz="1100">
                <a:solidFill>
                  <a:srgbClr val="FFFFFF"/>
                </a:solidFill>
                <a:latin typeface="Courier New"/>
              </a:rPr>
              <a:t>    if tech:</a:t>
            </a:r>
          </a:p>
          <a:p>
            <a:r>
              <a:rPr sz="1100">
                <a:solidFill>
                  <a:srgbClr val="AABBFF"/>
                </a:solidFill>
                <a:latin typeface="Courier New"/>
              </a:rPr>
              <a:t>        return 'Comment-Technical'</a:t>
            </a:r>
          </a:p>
          <a:p>
            <a:r>
              <a:rPr sz="1100">
                <a:solidFill>
                  <a:srgbClr val="AABBFF"/>
                </a:solidFill>
                <a:latin typeface="Courier New"/>
              </a:rPr>
              <a:t>    return 'Comment-NonTechnical'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46304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6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874519"/>
            <a:ext cx="6309360" cy="3657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2011680"/>
            <a:ext cx="2926080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79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Question-Technical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79" y="2560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Has ? + tech keyword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2011680"/>
            <a:ext cx="292608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Question-NonTechnical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560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Has ? but no tech keyword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3566160"/>
            <a:ext cx="2926080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79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79" y="4114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Starts with yes/no/sure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566160"/>
            <a:ext cx="2926080" cy="1417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Comment-Technical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114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Has tech keyword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5120640"/>
            <a:ext cx="292608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79" y="5212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Comment-NonTechnical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79" y="566927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General comment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5120640"/>
            <a:ext cx="2926080" cy="141732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5212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66927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Empty or unclear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2 — LDA Topic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The ONLY real model training in this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13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7498079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How LDA Works — Step by 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7498079" cy="3657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731520" cy="1325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5740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CountVectorizer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6888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Converts all 20,011 messages into a word-count matrix.
Rows = messages, Columns = words, Cells = word frequency.
Learns vocabulary FROM our data (fit).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20440"/>
            <a:ext cx="731520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11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6616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LDA.fit(X)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77639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Analyzes which words appear together across messages.
Groups co-occurring words into topics.
THIS is the actual model training.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29200"/>
            <a:ext cx="731520" cy="13258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120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07492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Topics discovered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48640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Each topic = a distribution of words.
Example: 'python, error, install, pip' → Technical Help topic
Example: 'week, task, submit, deadline' → Coursework topic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371600"/>
            <a:ext cx="3840480" cy="5212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1874519"/>
            <a:ext cx="3840480" cy="36576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05740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UNSUPERVISED learning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No labels needed — topics discovered automatically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vs TextBlob sentiment: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TextBlob = PRE-TRAINED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Someone else trained it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We just applied it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vs Rule-based classifier: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No ML at all — just if/else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• 5 topics extracted from 20,011 Slack messages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2 — Sentiment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How did community mood change over time?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14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What is Sentiment Analysis?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74519"/>
            <a:ext cx="5303520" cy="3657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0574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Measures emotional tone of text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Score range: -1.0 to +1.0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+1.0 = very positive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 0.0 = neutral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-1.0 = very negative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TextBlob uses a pre-trained word dictionary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Each word has a pre-assigned sentiment score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We did NOT train this — we applied 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We scored every message daily then plotted the trend over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371600"/>
            <a:ext cx="6035040" cy="2468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63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Example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116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"Great work everyone!"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01167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7AE60"/>
                </a:solidFill>
              </a:rPr>
              <a:t>+0.8 ✓ Positive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"Nothing works, broken"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C0392B"/>
                </a:solidFill>
              </a:rPr>
              <a:t>-0.4 ✗ Negative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2918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"See you tomorrow"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2918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AAAAAA"/>
                </a:solidFill>
              </a:rPr>
              <a:t>0.0 Neutral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4023360"/>
            <a:ext cx="60350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4114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What We Found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4526280"/>
            <a:ext cx="6035040" cy="36576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4663440"/>
            <a:ext cx="5760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Plotted average daily sentiment over time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Used Savitzky-Golay filter for smoothing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Community showed generally positive sentiment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Some dips near deadlines or submission weeks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• Trend line shows overall mood trajectory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Task 2 — MLFlow Experiment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Recording every model run for reproducibility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15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12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What is MLFlow?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MLFlow is like a lab notebook for machine learning. Every time the LDA model trains, it automatically records the settings used and the results produced.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274320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3756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 named project
e.g. 'LDA Topic Modelling'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743200"/>
            <a:ext cx="274320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33756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One execution with
specific parameters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743200"/>
            <a:ext cx="274320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3756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Settings used:
n_topics=5, max_features=1000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2743200"/>
            <a:ext cx="2743200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Artifacts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33756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Files saved:
model, vectorizer, charts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212080"/>
            <a:ext cx="1161288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MLFlow matters: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303520"/>
            <a:ext cx="8321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If you run LDA with 5 topics today and 10 topics next week, MLFlow keeps both results. You can compare them, roll back to a previous version, and prove exactly which settings produced which results. Essential for reproducible ML research.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Findings — Task 1 &amp; Task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What the analysis revealed about the community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16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669280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ai-community-building dominates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659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One channel had 8,500+ messages and 11,000+ engagement — far beyond all 38 other channels combined. Long-tail distribution.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669280" cy="16002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Community is highly responsive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Median reply time: 0.6 minutes. Most messages that received replies got them within 5 minutes. Very active during peak hours.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54680"/>
            <a:ext cx="5669280" cy="1600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246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Mention data unavailable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703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Anonymization stripped @mention tags. All users show ~0 mention count. This is expected and correct.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54680"/>
            <a:ext cx="5669280" cy="160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46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Sentiment generally positive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03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TextBlob showed the community maintained positive sentiment overall, with minor dips near deadline periods.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92040"/>
            <a:ext cx="5669280" cy="1600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9834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distinct topics emerged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44067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LDA discovered 5 natural topic clusters without any human labeling — technical help, coursework, community building, sharing resources, and discussions.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92040"/>
            <a:ext cx="5669280" cy="160020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9834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High-volume ≠ High-impact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44067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Top posters by message count often differed from top posters by reactions. Quantity and quality are independent metrics.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 — Task 1 &amp; Task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Every tool used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17 /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14884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Python 3.14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Programming 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417320"/>
            <a:ext cx="214884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5544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28600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DataFrame manipulation
and data cleaning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59" y="1417320"/>
            <a:ext cx="214884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199" y="15544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matplotlib
seaborn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9" y="228600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Chart and graph
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1417320"/>
            <a:ext cx="2148840" cy="2286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19" y="15544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228600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LDA topic modelling
(CountVectorizer + LDA)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417320"/>
            <a:ext cx="214884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5544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TextBlob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28600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Pre-trained sentiment
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77639"/>
            <a:ext cx="214884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148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NLTK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4632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Stopwords and
tokenization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39" y="3977639"/>
            <a:ext cx="2148840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79" y="41148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MLFlow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79" y="484632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Experiment tracking
and model versioning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59" y="3977639"/>
            <a:ext cx="2148840" cy="228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199" y="41148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pytest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199" y="484632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 unit tests for
SlackDataLoader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79" y="3977639"/>
            <a:ext cx="2148840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19" y="41148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19" y="484632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CI/CD: Flake8,
docstrings, unit tests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977639"/>
            <a:ext cx="2148840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41148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MongoDB Atlas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846320"/>
            <a:ext cx="1965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Cloud database for
test data access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ABBFF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017520"/>
            <a:ext cx="12188952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Biniam Tsige  ·  Gebeya Batch 6  ·  Data Engineering &amp; ML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FF"/>
                </a:solidFill>
              </a:rPr>
              <a:t>github.com/BTSM10/Gebeya-Tech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663440"/>
            <a:ext cx="10972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Task 1: EDA — SlackDataLoader · Top/Bottom users · Channel activity · Reply time analysis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Task 2: ML — Time histograms · Classification · LDA training · TextBlob sentiment · MLFlow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All 5 unit tests passing · 4 CI/CD workflows green · Dashboard live on Streamlit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99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